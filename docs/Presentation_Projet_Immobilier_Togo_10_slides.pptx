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10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A1B0D4-5D59-4EC9-90BB-8F7B390EB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4488ADF-7E9D-4E7F-AB88-D100F2E59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9D1C54-35E5-43AA-BC1E-DFEA5163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679514-AC8D-466F-9AA7-0C11B8C4B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72C99F-EE57-4B15-B15A-A08F93DF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162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49FC9-4C50-4735-A621-F350617E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6A7046-E505-4273-BEB2-D852AD251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CF7764-59CA-4901-943B-A356582F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0342C1-F34A-442A-9867-2256F5EB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79A3F2-269F-4046-8E98-5CE65A73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91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88638A-FB82-4119-B9BC-4C47B48B1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DCC651-6C3D-446B-A28A-BD212213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95FC0B-9EBC-42CB-8E67-B187A18C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718B33-37F2-4EA1-8E02-221EC332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A1E797-DB10-40B8-B278-E4DFD44E3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12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79E5AE-4C85-4118-B82C-F3D82F87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72F0FA-D965-44AB-B451-E67002312A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344D241-29CE-439D-9E11-A50522C8B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E6647F-B06B-4A10-A484-4C484B7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0B07CD-909A-4DC9-B7F7-7107E1147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717250-BA98-46DF-9419-EF61D01E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958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FBF949-9DD0-4C64-8B32-1183CA38D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28158B-DF06-4A91-A984-F78182882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34240B-8A50-4F58-9767-B02A70924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BAA904-E4D0-4E45-AA4A-961BF1C2B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1D5F220-3268-4068-9D52-88FCFDF72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3FF0C06-7E7D-4C02-9E32-215921B8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29D5BF7-6CFD-4F4D-BA32-3D8F0BD97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EFE531-B0B1-4E64-9B8A-28BCFCA5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109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DD37C0-6B22-49DB-AB1E-BEA1176B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95048C-CA4E-4BB4-A83D-BA386B99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C6D0FE-7E4E-4892-817D-7625A6AAF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5FACB8-B1E3-41AF-90B8-C0F1F8AD2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665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1BF600-48D1-4A77-8388-DF6805C0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0613E6C-7FD6-431C-AB03-987B1B7D8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8DDD49-F3FE-4D5C-85CA-B98938BDF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24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6FCCB-EBAE-49DF-9C34-76A4C1C9F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7C73AB-15CF-4696-89BB-686ED7DD5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CC1148-C138-4581-AE6E-2E72B1CCA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1DDC66-CA54-4CFA-8784-1E7E3C06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B1FFA9-2A58-4E83-B8C4-3F62B536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0BFB1B-7AC8-4458-9F6E-CE3E98F24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431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27969-F2C0-42AA-B67C-DD305DA8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7758FE9-0DB6-4FB8-AEB0-5B158ABE9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83D253-2CF7-430E-A346-797B54504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2EE1D5-2A51-4914-9B10-D86DA88D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3B3406-E58D-4745-AF77-9C12F586C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261BBB-A7E4-4926-B766-6D71939B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7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DA9829-30B6-404A-9FE8-5A91032E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4D87DD1-8F7B-4613-BE42-A68D81FB6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C2A859-E70C-402E-9875-630603CF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735DD5-C01F-4BC8-86F1-DACAA2A4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3A9194-E7D3-4C14-8C7C-21A432A4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157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BC75DF4-33AA-42D5-A956-F375E8C9B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EF54515-0B46-481C-B227-33FE48B52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1F8D3A-55E2-49E8-BBEF-1B8D97EB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69B0F6-6572-4147-984F-A9315D09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77A8B0-C115-4A06-A1C8-50F51FDF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3924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2D3F9B-D496-4572-978F-754EE638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C94386-9648-4280-AB5C-07ED51F49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91EF70-ADCA-4723-BE65-6C28BADD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0C3574-D0FF-422A-B4DB-09C3C4ECD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5FDC81-C69D-43BC-B7C4-011EB4B8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683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94194E-F0C3-4423-A741-3C6A5985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656151-E736-4C86-ACF2-10DE7ED6B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54C8C2-01A8-4A94-AFC9-A3D00F80F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4F73B-C8FB-463D-AEF1-276C7833EDA1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22DA7C-5245-4C60-83DB-9097FB1A6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86E6C2-BA8B-49C5-B4A9-7602162B1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58A74-F501-476E-B3A6-3FCAB19E4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266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868750-7CE8-4BED-B4A8-9EBFC82D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Real Estate Data Pipeline - Togo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A60085-1E78-4D0C-B731-B845DE78B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Collecte, normalisation et exploitation de données immobilières multi-sources`nAuteur: INGGBAA`nDate: 2 mars 2026</a:t>
            </a:r>
          </a:p>
        </p:txBody>
      </p:sp>
    </p:spTree>
    <p:extLst>
      <p:ext uri="{BB962C8B-B14F-4D97-AF65-F5344CB8AC3E}">
        <p14:creationId xmlns:p14="http://schemas.microsoft.com/office/powerpoint/2010/main" val="361413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A2AC32-3C4F-4634-B9E5-94C98282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Contexte et Problématique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4E4503-C154-46A6-B86E-5F15E4AAD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- Les annonces sont dispersées sur plusieurs plateformes`n- Les formats sont hétérogènes`n- Les mises à jour manuelles sont coûteuses`n- Besoin d'un socle exploitable pour l'analyse</a:t>
            </a:r>
          </a:p>
        </p:txBody>
      </p:sp>
    </p:spTree>
    <p:extLst>
      <p:ext uri="{BB962C8B-B14F-4D97-AF65-F5344CB8AC3E}">
        <p14:creationId xmlns:p14="http://schemas.microsoft.com/office/powerpoint/2010/main" val="2891730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AC55B-9DD3-4037-8098-039D00EF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Objectif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66631C-5575-4546-A0DA-EC54318D9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Construire un pipeline de bout en bout pour:`n- Ingestion multi-sources`n- Normalisation des données`n- Stockage MySQL`n- Exposition via API + Dashboard</a:t>
            </a:r>
          </a:p>
        </p:txBody>
      </p:sp>
    </p:spTree>
    <p:extLst>
      <p:ext uri="{BB962C8B-B14F-4D97-AF65-F5344CB8AC3E}">
        <p14:creationId xmlns:p14="http://schemas.microsoft.com/office/powerpoint/2010/main" val="2414393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DA0A93-ACFB-436C-A62A-F7E7E288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Pipeline de Données (Étapes)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75BF10-9547-450A-ACF4-66B0217BE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1. Ingestion JSON (sources immobilières)`n2. Zone Raw (fichiers bruts)`n3. Normalisation (prix, localisation, description, images)`n4. Chargement MySQL`n5. Exposition API + Streamlit`n6. Orchestration automatique (20 min)</a:t>
            </a:r>
          </a:p>
        </p:txBody>
      </p:sp>
    </p:spTree>
    <p:extLst>
      <p:ext uri="{BB962C8B-B14F-4D97-AF65-F5344CB8AC3E}">
        <p14:creationId xmlns:p14="http://schemas.microsoft.com/office/powerpoint/2010/main" val="732458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246FF1-6DC3-4DEC-895B-A62096757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Architecture Technique Actuelle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184C83-45F9-4B3E-A01A-6E43EBBE3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JSON Sources -&gt; DonneesScrapper/python.py -&gt; Scheduler.py -&gt; SQLAlchemy/MySQL -&gt; FastAPI -&gt; Streamlit`n`nType: Batch / Micro-batch orienté ELT</a:t>
            </a:r>
          </a:p>
        </p:txBody>
      </p:sp>
    </p:spTree>
    <p:extLst>
      <p:ext uri="{BB962C8B-B14F-4D97-AF65-F5344CB8AC3E}">
        <p14:creationId xmlns:p14="http://schemas.microsoft.com/office/powerpoint/2010/main" val="119854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A3187-1DED-4C59-A7B7-07771722E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Architecture Big Data Utilisée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A28E9C-8FCB-49C8-832D-5617E74FA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Architecture actuelle:`n- Batch/Micro-batch ELT`n- Serving Layer via API REST`n`nArchitecture cible:`n- Option Lambda (Batch + Speed + Serving)`n- Option Medallion (Bronze/Silver/Gold)</a:t>
            </a:r>
          </a:p>
        </p:txBody>
      </p:sp>
    </p:spTree>
    <p:extLst>
      <p:ext uri="{BB962C8B-B14F-4D97-AF65-F5344CB8AC3E}">
        <p14:creationId xmlns:p14="http://schemas.microsoft.com/office/powerpoint/2010/main" val="426419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B01076-63BC-4753-BD9D-B17A1181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Stack Technologique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EE7D75-B345-4C57-B49E-E150F7FE4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- Python 3.8+`n- SQLAlchemy 2.x + PyMySQL`n- MySQL 8+`n- APScheduler`n- FastAPI + Uvicorn`n- Streamlit</a:t>
            </a:r>
          </a:p>
        </p:txBody>
      </p:sp>
    </p:spTree>
    <p:extLst>
      <p:ext uri="{BB962C8B-B14F-4D97-AF65-F5344CB8AC3E}">
        <p14:creationId xmlns:p14="http://schemas.microsoft.com/office/powerpoint/2010/main" val="204804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2DE0AE-63FA-4F3F-99B7-A3DBE4F7C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Résultats Actuels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4345B8-7B65-4010-A5C0-DC45B328B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- 34 annonces intégrées`n- Source dominante: Coin-Afrique (34)`n- Prix moyen: 66 358 823 CFA`n- Médiane: 37 500 000 CFA`n- Min/Max: 4 000 000 -&gt; 450 000 000 CFA</a:t>
            </a:r>
          </a:p>
        </p:txBody>
      </p:sp>
    </p:spTree>
    <p:extLst>
      <p:ext uri="{BB962C8B-B14F-4D97-AF65-F5344CB8AC3E}">
        <p14:creationId xmlns:p14="http://schemas.microsoft.com/office/powerpoint/2010/main" val="2296905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2B629-21E4-4FDC-93BD-BA362326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Démonstration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9100CA-30EF-498B-8753-80331128D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1. python -m Application.main`n2. uvicorn Application.api:app --reload --port 8000`n3. streamlit run streamlit_app.py`n4. URLs: /docs et interface Streamlit</a:t>
            </a:r>
          </a:p>
        </p:txBody>
      </p:sp>
    </p:spTree>
    <p:extLst>
      <p:ext uri="{BB962C8B-B14F-4D97-AF65-F5344CB8AC3E}">
        <p14:creationId xmlns:p14="http://schemas.microsoft.com/office/powerpoint/2010/main" val="2803328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24C58D-D2CD-4B3F-B30C-245128A3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Limites et Roadmap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632FB4-B59A-4177-9346-5E9C7607E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Limites:`n- Qualité dépendante des sources`n- Certaines sources parfois vides`n`nRoadmap:`n- CI/CD + tests`n- Docker Compose`n- Observabilité (logs/métriques)`n- Exports BI</a:t>
            </a:r>
          </a:p>
        </p:txBody>
      </p:sp>
    </p:spTree>
    <p:extLst>
      <p:ext uri="{BB962C8B-B14F-4D97-AF65-F5344CB8AC3E}">
        <p14:creationId xmlns:p14="http://schemas.microsoft.com/office/powerpoint/2010/main" val="35758703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Grand écran</PresentationFormat>
  <Paragraphs>20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Real Estate Data Pipeline - Togo</vt:lpstr>
      <vt:lpstr>Contexte et Problématique</vt:lpstr>
      <vt:lpstr>Objectif du Projet</vt:lpstr>
      <vt:lpstr>Pipeline de Données (Étapes)</vt:lpstr>
      <vt:lpstr>Architecture Technique Actuelle</vt:lpstr>
      <vt:lpstr>Architecture Big Data Utilisée</vt:lpstr>
      <vt:lpstr>Stack Technologique</vt:lpstr>
      <vt:lpstr>Résultats Actuels</vt:lpstr>
      <vt:lpstr>Démonstration</vt:lpstr>
      <vt:lpstr>Limites et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Data Pipeline - Togo</dc:title>
  <dc:creator>inggbaa</dc:creator>
  <cp:lastModifiedBy>inggbaa</cp:lastModifiedBy>
  <cp:revision>1</cp:revision>
  <dcterms:created xsi:type="dcterms:W3CDTF">2026-03-02T02:36:12Z</dcterms:created>
  <dcterms:modified xsi:type="dcterms:W3CDTF">2026-03-02T02:36:12Z</dcterms:modified>
</cp:coreProperties>
</file>